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theme/theme1.xml" ContentType="application/vnd.openxmlformats-officedocument.theme+xml"/>
</Types>
</file>

<file path=_rels/.rels><?xml version="1.0" encoding="UTF-8" standalone="yes"?>
<Relationships xmlns="http://schemas.openxmlformats.org/package/2006/relationships">
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9144000" cy="6858000"/>
  <p:notesSz cx="6858000" cy="9144000"/>
</p:presentation>
</file>

<file path=ppt/_rels/presentation.xml.rels><?xml version="1.0" encoding="UTF-8" standalone="yes"?>
<Relationships xmlns="http://schemas.openxmlformats.org/package/2006/relationships">
<Relationship Id="rId1" Type="http://schemas.openxmlformats.org/officeDocument/2006/relationships/slideMaster" Target="slideMasters/slideMaster1.xml"/>
<Relationship Id="rId2" Type="http://schemas.openxmlformats.org/officeDocument/2006/relationships/slide" Target="slides/slide1.xml"/>
</Relationships>
</file>

<file path=ppt/slideLayouts/_rels/slideLayout1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>
        <a:defRPr sz="4400">
          <a:latin typeface="+mj-lt"/>
        </a:defRPr>
      </a:lvl1pPr>
    </p:titleStyle>
    <p:bodyStyle>
      <a:lvl1pPr>
        <a:defRPr sz="2800">
          <a:latin typeface="+mn-lt"/>
        </a:defRPr>
      </a:lvl1pPr>
    </p:bodyStyle>
    <p:otherStyle>
      <a:lvl1pPr>
        <a:defRPr>
          <a:latin typeface="+mn-lt"/>
        </a:defRPr>
      </a:lvl1pPr>
    </p:otherStyle>
  </p:txStyles>
</p:sldMaster>
</file>

<file path=ppt/slides/_rels/slide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ru-RU"/>
              <a:t>Заголовок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000000"/>
            <a:ext cx="8229600" cy="2000000"/>
          </a:xfrm>
          <a:prstGeom prst="rect">
            <a:avLst/>
          </a:prstGeom>
        </p:spPr>
        <p:txBody>
          <a:bodyPr/>
          <a:lstStyle/>
          <a:p>
            <a:r>
              <a:rPr lang="ru-RU">
                <a:latin typeface="+mn-lt"/>
              </a:rPr>
              <a:t>Пример текста</a:t>
            </a:r>
          </a:p>
          <a:p>
            <a:r>
              <a:rPr lang="en-US">
                <a:latin typeface="+mn-lt"/>
              </a:rPr>
              <a:t>Sample text</a:t>
            </a:r>
          </a:p>
          <a:p>
            <a:r>
              <a:rPr lang="kk-KZ">
                <a:latin typeface="+mn-lt"/>
              </a:rPr>
              <a:t>Қазақ мәтіні</a:t>
            </a:r>
          </a:p>
          <a:p>
            <a:r>
              <a:rPr lang="sr-Cyrl">
                <a:latin typeface="+mn-lt"/>
              </a:rPr>
              <a:t>Ћирилица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inimal">
  <a:themeElements>
    <a:clrScheme name="Minimal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Minimal">
      <a:majorFont>
        <a:latin typeface="Tw Cen MT Condensed"/>
        <a:ea typeface=""/>
        <a:cs typeface=""/>
        <a:font script="Jpan" typeface="MS Gothic"/>
        <a:font script="Cyrl" typeface="Calibri Light"/>
      </a:majorFont>
      <a:minorFont>
        <a:latin typeface="Tw Cen MT"/>
        <a:ea typeface=""/>
        <a:cs typeface=""/>
        <a:font script="Jpan" typeface="MS Mincho"/>
        <a:font script="Cyrl" typeface="Calibri"/>
      </a:minorFont>
    </a:fontScheme>
    <a:fmtScheme name="Minimal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</a:ln>
        <a:ln w="25400">
          <a:solidFill>
            <a:schemeClr val="phClr"/>
          </a:solidFill>
        </a:ln>
        <a:ln w="3810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