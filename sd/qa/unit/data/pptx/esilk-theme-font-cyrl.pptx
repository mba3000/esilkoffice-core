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>
          <a:latin typeface="+mj-lt"/>
        </a:defRPr>
      </a:lvl1pPr>
    </p:titleStyle>
    <p:bodyStyle>
      <a:lvl1pPr>
        <a:defRPr sz="2800">
          <a:latin typeface="+mn-lt"/>
        </a:defRPr>
      </a:lvl1pPr>
    </p:bodyStyle>
    <p:otherStyle>
      <a:lvl1pPr>
        <a:defRPr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ru-RU"/>
              <a:t>Заголовок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00000"/>
            <a:ext cx="8229600" cy="2000000"/>
          </a:xfrm>
          <a:prstGeom prst="rect">
            <a:avLst/>
          </a:prstGeom>
        </p:spPr>
        <p:txBody>
          <a:bodyPr/>
          <a:lstStyle/>
          <a:p>
            <a:r>
              <a:rPr lang="ru-RU">
                <a:latin typeface="+mn-lt"/>
              </a:rPr>
              <a:t>Пример текста</a:t>
            </a:r>
          </a:p>
          <a:p>
            <a:r>
              <a:rPr lang="en-US">
                <a:latin typeface="+mn-lt"/>
              </a:rPr>
              <a:t>Sample text</a:t>
            </a:r>
          </a:p>
          <a:p>
            <a:r>
              <a:rPr lang="kk-KZ">
                <a:latin typeface="+mn-lt"/>
              </a:rPr>
              <a:t>Қазақ мәтіні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inimal">
      <a:majorFont>
        <a:latin typeface="Tw Cen MT Condensed"/>
        <a:ea typeface=""/>
        <a:cs typeface=""/>
        <a:font script="Jpan" typeface="MS Gothic"/>
        <a:font script="Cyrl" typeface="Calibri Light"/>
      </a:majorFont>
      <a:minorFont>
        <a:latin typeface="Tw Cen MT"/>
        <a:ea typeface=""/>
        <a:cs typeface=""/>
        <a:font script="Jpan" typeface="MS Mincho"/>
        <a:font script="Cyrl" typeface="Calibri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